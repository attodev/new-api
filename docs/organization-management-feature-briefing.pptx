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b0651dcbe0468f" /><Relationship Type="http://schemas.openxmlformats.org/officeDocument/2006/relationships/extended-properties" Target="/docProps/app.xml" Id="R433558a88185422f" /><Relationship Type="http://schemas.openxmlformats.org/officeDocument/2006/relationships/officeDocument" Target="/ppt/presentation.xml" Id="R0e4e139084f6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0c472af49449a"/>
  </p:sldMasterIdLst>
  <p:notesMasterIdLst>
    <p:notesMasterId xmlns:r="http://schemas.openxmlformats.org/officeDocument/2006/relationships" r:id="R3be59655f2ff47af"/>
  </p:notesMasterIdLst>
  <p:sldIdLst>
    <p:sldId xmlns:r="http://schemas.openxmlformats.org/officeDocument/2006/relationships" id="256" r:id="Re46f752c60ff4cbb"/>
    <p:sldId xmlns:r="http://schemas.openxmlformats.org/officeDocument/2006/relationships" id="257" r:id="Rfbcb3b6183e7437d"/>
    <p:sldId xmlns:r="http://schemas.openxmlformats.org/officeDocument/2006/relationships" id="258" r:id="R43907401430c41ef"/>
    <p:sldId xmlns:r="http://schemas.openxmlformats.org/officeDocument/2006/relationships" id="259" r:id="Rc233a5e8d8594a4d"/>
    <p:sldId xmlns:r="http://schemas.openxmlformats.org/officeDocument/2006/relationships" id="260" r:id="R1f52a9a8311b49d4"/>
    <p:sldId xmlns:r="http://schemas.openxmlformats.org/officeDocument/2006/relationships" id="261" r:id="R08ee073b9ccc470a"/>
    <p:sldId xmlns:r="http://schemas.openxmlformats.org/officeDocument/2006/relationships" id="262" r:id="R59f3fe8dd308445d"/>
    <p:sldId xmlns:r="http://schemas.openxmlformats.org/officeDocument/2006/relationships" id="263" r:id="Rdfa30b33c1b24fe3"/>
    <p:sldId xmlns:r="http://schemas.openxmlformats.org/officeDocument/2006/relationships" id="264" r:id="Raa6360f179754e53"/>
    <p:sldId xmlns:r="http://schemas.openxmlformats.org/officeDocument/2006/relationships" id="265" r:id="R59f18854de184a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eba43fb339426c" /><Relationship Type="http://schemas.openxmlformats.org/officeDocument/2006/relationships/slideMaster" Target="/ppt/slideMasters/slideMaster1.xml" Id="R5a40c472af49449a" /><Relationship Type="http://schemas.openxmlformats.org/officeDocument/2006/relationships/notesMaster" Target="/ppt/notesMasters/notesMaster1.xml" Id="R3be59655f2ff47af" /><Relationship Type="http://schemas.openxmlformats.org/officeDocument/2006/relationships/presProps" Target="/ppt/presProps.xml" Id="R0ea854e350ba4983" /><Relationship Type="http://schemas.openxmlformats.org/officeDocument/2006/relationships/viewProps" Target="/ppt/viewProps.xml" Id="R3e626552e0a54cfa" /><Relationship Type="http://schemas.openxmlformats.org/officeDocument/2006/relationships/tableStyles" Target="/ppt/tableStyles.xml" Id="Raf826a3759ea49d0" /><Relationship Type="http://schemas.openxmlformats.org/officeDocument/2006/relationships/slide" Target="/ppt/slides/slide1.xml" Id="Re46f752c60ff4cbb" /><Relationship Type="http://schemas.openxmlformats.org/officeDocument/2006/relationships/slide" Target="/ppt/slides/slide2.xml" Id="Rfbcb3b6183e7437d" /><Relationship Type="http://schemas.openxmlformats.org/officeDocument/2006/relationships/slide" Target="/ppt/slides/slide3.xml" Id="R43907401430c41ef" /><Relationship Type="http://schemas.openxmlformats.org/officeDocument/2006/relationships/slide" Target="/ppt/slides/slide4.xml" Id="Rc233a5e8d8594a4d" /><Relationship Type="http://schemas.openxmlformats.org/officeDocument/2006/relationships/slide" Target="/ppt/slides/slide5.xml" Id="R1f52a9a8311b49d4" /><Relationship Type="http://schemas.openxmlformats.org/officeDocument/2006/relationships/slide" Target="/ppt/slides/slide6.xml" Id="R08ee073b9ccc470a" /><Relationship Type="http://schemas.openxmlformats.org/officeDocument/2006/relationships/slide" Target="/ppt/slides/slide7.xml" Id="R59f3fe8dd308445d" /><Relationship Type="http://schemas.openxmlformats.org/officeDocument/2006/relationships/slide" Target="/ppt/slides/slide8.xml" Id="Rdfa30b33c1b24fe3" /><Relationship Type="http://schemas.openxmlformats.org/officeDocument/2006/relationships/slide" Target="/ppt/slides/slide9.xml" Id="Raa6360f179754e53" /><Relationship Type="http://schemas.openxmlformats.org/officeDocument/2006/relationships/slide" Target="/ppt/slides/slide10.xml" Id="R59f18854de18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25b84520cc45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4f1d41dff4649" /><Relationship Type="http://schemas.openxmlformats.org/officeDocument/2006/relationships/notesMaster" Target="/ppt/notesMasters/notesMaster1.xml" Id="R288f02857c0f42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022e5f6b484347" /><Relationship Type="http://schemas.openxmlformats.org/officeDocument/2006/relationships/notesMaster" Target="/ppt/notesMasters/notesMaster1.xml" Id="Rb7f3aa0900894c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1753f1ff74f07" /><Relationship Type="http://schemas.openxmlformats.org/officeDocument/2006/relationships/notesMaster" Target="/ppt/notesMasters/notesMaster1.xml" Id="R52aba36d999445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92fb0c09d848e2" /><Relationship Type="http://schemas.openxmlformats.org/officeDocument/2006/relationships/notesMaster" Target="/ppt/notesMasters/notesMaster1.xml" Id="Rdc38ed56b4954d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c786470d694fe4" /><Relationship Type="http://schemas.openxmlformats.org/officeDocument/2006/relationships/notesMaster" Target="/ppt/notesMasters/notesMaster1.xml" Id="Ra27c9ef89e204a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423e9bb7d04013" /><Relationship Type="http://schemas.openxmlformats.org/officeDocument/2006/relationships/notesMaster" Target="/ppt/notesMasters/notesMaster1.xml" Id="R2282b3a67cc74b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7890dede324829" /><Relationship Type="http://schemas.openxmlformats.org/officeDocument/2006/relationships/notesMaster" Target="/ppt/notesMasters/notesMaster1.xml" Id="R0b3d1c6f104b4f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4d61ea5e6b4737" /><Relationship Type="http://schemas.openxmlformats.org/officeDocument/2006/relationships/notesMaster" Target="/ppt/notesMasters/notesMaster1.xml" Id="R87a646e1e2914c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558d0afd0341bb" /><Relationship Type="http://schemas.openxmlformats.org/officeDocument/2006/relationships/notesMaster" Target="/ppt/notesMasters/notesMaster1.xml" Id="R284afc092b4a44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18bf8a2a8844f0" /><Relationship Type="http://schemas.openxmlformats.org/officeDocument/2006/relationships/notesMaster" Target="/ppt/notesMasters/notesMaster1.xml" Id="Rb0dcdbd67865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67d355d1d4c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4677c71981473a" /><Relationship Type="http://schemas.openxmlformats.org/officeDocument/2006/relationships/slideLayout" Target="/ppt/slideLayouts/slideLayout1.xml" Id="R71216610271e41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216610271e41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bafc50b1a42a3" /><Relationship Type="http://schemas.openxmlformats.org/officeDocument/2006/relationships/notesSlide" Target="/ppt/notesSlides/notesSlide1.xml" Id="R23ad1648605843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89b8dd3ae446e" /><Relationship Type="http://schemas.openxmlformats.org/officeDocument/2006/relationships/notesSlide" Target="/ppt/notesSlides/notesSlide2.xml" Id="R0372122696584c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fa63c20494fcc" /><Relationship Type="http://schemas.openxmlformats.org/officeDocument/2006/relationships/notesSlide" Target="/ppt/notesSlides/notesSlide3.xml" Id="R4699cad82b80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05fa146a64542" /><Relationship Type="http://schemas.openxmlformats.org/officeDocument/2006/relationships/notesSlide" Target="/ppt/notesSlides/notesSlide4.xml" Id="R2fed10d9a43e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243f61fda4134" /><Relationship Type="http://schemas.openxmlformats.org/officeDocument/2006/relationships/notesSlide" Target="/ppt/notesSlides/notesSlide5.xml" Id="Rc0b9df8b710a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ed6ac26dd40ec" /><Relationship Type="http://schemas.openxmlformats.org/officeDocument/2006/relationships/notesSlide" Target="/ppt/notesSlides/notesSlide6.xml" Id="R03d4520655b043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70a98332e46b3" /><Relationship Type="http://schemas.openxmlformats.org/officeDocument/2006/relationships/notesSlide" Target="/ppt/notesSlides/notesSlide7.xml" Id="Rc3741dbdc5004c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9a8e5935941ce" /><Relationship Type="http://schemas.openxmlformats.org/officeDocument/2006/relationships/notesSlide" Target="/ppt/notesSlides/notesSlide8.xml" Id="Rd03b7c14ef3b45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0839b4a304d68" /><Relationship Type="http://schemas.openxmlformats.org/officeDocument/2006/relationships/notesSlide" Target="/ppt/notesSlides/notesSlide9.xml" Id="R3bc883a2aff54e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5dbb6cc5644c8" /><Relationship Type="http://schemas.openxmlformats.org/officeDocument/2006/relationships/notesSlide" Target="/ppt/notesSlides/notesSlide10.xml" Id="R236b73f124414a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263F4C-9742-467E-BD60-73D2495A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B6B05-11BD-455B-97C8-81346D8D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90DCB-0D5B-4F06-B21B-BE95B9E6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기능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735D8-4BA5-42B1-9D3C-C7E20FBA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8B1D0-D036-48B3-8936-340D7B9D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3805-1CE2-48FA-88B8-ADF784DE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관리 기능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5C0B4-3D2B-43EA-97E9-72F087D2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권한 위임, 조직 quota, 구독 플랜, 사용량 모니터링을 하나의 운영 흐름으로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A6221-340A-42A2-A92E-1114720F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525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67F8C-5784-45E8-893A-B2B34195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001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Organization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DCC0-8D40-4F92-9EF0-C379430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525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A384D-3E81-4FAA-BFC8-5EBFFE1F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00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Quota Wallet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5C61A-4A1F-4DA2-9E17-52F8B0EF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097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28690-CC38-49CB-B747-E6541A7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573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Subscription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D59FF-E266-4150-93C4-CD1113E6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097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3A711-EB5D-4A33-81D5-546AD008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573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A6FE4-7FC0-497E-BB19-66CF8017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B9E83-0FDF-40F8-B278-98D42538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DECEE-40C8-4D11-9030-B9C5234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2-Layer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0D136-F597-4459-9A4B-C5D2C9D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전역 권한과 조직 권한 분리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064E8-304A-40C1-900C-D2AA7EEF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8BB29-01FF-416A-BEAE-5B863D04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DDC9A-3F03-4A43-B9DF-5C53A62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Org Wallet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596F1-049A-48D7-B9E9-3E3ABF51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81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조직 예산의 단일 기준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0502AF-C704-42CB-838C-4026ED7D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68FD5-2E46-45CA-8582-87A118F1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00D6F-4CA2-4744-8729-902E70A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Quota /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7A2E5-622C-41B9-8503-CDA761B8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사용자 관리 방식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B1B0E0-697B-413F-8F37-59DDAB27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420B9A-325C-4D30-A84B-52E5EF64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B856B9-A34E-4751-9F05-9D84C13B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6292BB-7165-4C14-AB07-32C3ACE3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운영 관찰 화면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830C35-1BA6-4E1C-8FEA-628D69F8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발표 범위: 조직 생성부터 사용자 할당, quota 확보, 구독 플랜, 대시보드/로그 확인까지</a:t>
            </a:r>
          </a:p>
        </p:txBody>
      </p:sp>
    </p:spTree>
    <p:extLst>
      <p:ext uri="{BB962C8B-B14F-4D97-AF65-F5344CB8AC3E}">
        <p14:creationId xmlns:p14="http://schemas.microsoft.com/office/powerpoint/2010/main" val="15927011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8D184-672B-49F5-A81A-8094A9EB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D14D9-3B39-428A-A926-5E3CC57E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F0DEA-4C5F-4325-BEF9-A32827D5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배경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53BCB-59F3-4B76-A066-6EAC67D8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4F7D9-170E-4CB5-8F08-12F5CF5D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왜 조직 관리가 필요한가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E4051-2B0F-4B07-9C06-0A78B98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개인 사용자 중심의 quota 운영만으로는 팀 단위 비용과 책임을 보기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94ED7-E6E6-4D2E-A883-A1D5292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048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6DCDB-B28B-45D0-9CF6-6D730EEA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기존 운영의 한계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E0416-E78F-4E86-8CAC-2D8E39EF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05BA2-1784-4986-9F3C-347DB957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소속 사용자의 사용량을 묶어서 보기 어렵다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34CE6-8703-4027-BFA8-B2193B7B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4172C-66C7-4732-94FA-8FB083F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소유자/관리자에게 운영 책임을 나눠주기 어렵다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2F5D9-4559-4E73-B19B-2BAFF18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A93CE-472F-44F0-BEC3-0DA599C0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개별 충전과 조직 예산이 섞이면 비용 흐름이 헷갈린다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88455-C734-4DCB-A2F8-A6BC1946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DF735-7D7D-4C38-865C-CA87E62A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plan 기반 관리와 단순 금액 할당을 함께 쓰기 어렵다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7C6B3-5CB0-4072-B0A9-4661217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5048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ABA81-D971-4027-837F-7C6C5E45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기능의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B2F10-0FA3-4DBB-AFCE-AD8959A3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비용 통제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3750A-3B2A-4317-9954-A5B4B1DF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AE2F6-32A7-4EB0-8AA8-CAC782F3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38161-60D8-4ED4-9709-CD356A8D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33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강화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CE351-793C-4A78-98CB-AE740B7C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권한 위임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AAB84-DACB-4C0F-8CCB-777E2DE3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97600-7323-4E12-83DD-A15973FC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195883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65357-611F-4BBA-AB0B-0BFCD27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90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지원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6A428-80CB-4D37-8300-BD5652C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모니터링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274654-E3AF-4FE1-9E96-42290823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545DF-388C-45D3-B593-A2FD4D59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7766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859B7-4B83-4FB5-ACA5-0F4B8CBC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481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159AC0-7DAB-4B8F-87B3-B1304E15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53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운영 유연성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94A03-B024-413F-9691-59C86C43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C039BE-4E00-4DC8-A631-60BE868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18905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6BC15-8D43-4F6D-9C09-0D6748A8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053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확보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6E57BE-87D0-4EEB-B3CF-7CACB0CF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72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6132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78B1A-0CB7-4322-9CA5-E3B5C93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216B7-D52C-4ECD-8826-68F1FDF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1422D-C233-42B9-83BA-4B6B844B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설계 원칙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2EAE9-B107-41E6-B035-2F0E40A2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FC595-0E86-4BBB-9198-379639F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기존 group은 유지하고, 조직 경계를 새로 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E40D-E144-48B6-A71E-1A6923E5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기존 호환성을 깨지 않으면서 팀 단위 운영 모델을 얹는 방향입니다.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5473C-E53B-457D-B700-4E286107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A13A6-A868-4F04-8014-ACD24380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F6CDF-16E6-4570-B1C7-F3E2CFF4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91F40-D843-46C3-9958-51F4D64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전역 Role과 조직 Role을 분리해 권한 의미를 명확하게 유지합니다.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1B658-41D4-4B38-ACA7-61EC09A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F8A36-138F-473D-A685-57615BD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1CD62-89C6-4F3F-A4F5-562F34DE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위임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8E782-A233-4A4F-9AEB-C45B2E52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소유자와 관리자가 사용자 할당, quota, plan, 로그를 관리합니다.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320AA-D6D1-49E3-A1F5-D7FDE9A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20C5A-574F-4F6F-ABF0-60DB0DAA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E7C8B-E3EB-4C6F-93E8-67CB35F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통제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C54C2-C177-4721-8D73-84F21762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quota가 부족하면 조직 사용자의 요청도 실패하도록 예산 경계를 둡니다.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01CD9-333A-4654-9992-34201308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C7C1D-5BAD-40B3-9A70-33AA2646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C8CBF-FC3D-48CC-A9B3-EDC9DFC8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공존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3D606-7699-4B4E-AE0F-91FF324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사용자별 단순 금액 할당과 조직 구독 플랜을 함께 지원합니다.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A0541-5138-468F-A5D9-8F1C1F7C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핵심 결정: organization 필드를 새로 추가해 group 기반 기존 정책과 조직 운영 정책을 분리합니다.</a:t>
            </a:r>
          </a:p>
        </p:txBody>
      </p:sp>
    </p:spTree>
    <p:extLst>
      <p:ext uri="{BB962C8B-B14F-4D97-AF65-F5344CB8AC3E}">
        <p14:creationId xmlns:p14="http://schemas.microsoft.com/office/powerpoint/2010/main" val="548060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1C29C-2869-4022-ABF0-BB90D25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7CFE0-5D39-45F6-97D5-63C20BE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2F9AE-A6DF-408B-B5F1-0AD13BA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권한 모델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7632C-15AD-4E8C-B773-173EAC4A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1D87D-294C-40A6-BF6D-6CD801BD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역할은 전역과 조직 두 층으로 나뉩니다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0AA23-C23E-4F98-A966-D4AB53A2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전체 관리자는 모든 조직을 볼 수 있고, 조직 소유자/관리자는 자신의 조직 안에서 운영합니다.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90132-7F99-42C5-A12F-57AA7C26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36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9BF85-3A91-4FC8-89DB-5B899BEF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71BF0-C43A-44EC-A34F-CB8F67B5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전체 관리자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96EDF-B4BB-4498-BFC0-0D5CA8CA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289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생성, 소유자 지정, 조직 선택 조회, 전체 정책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A551E-C9B0-45C6-801D-741EA85B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036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D68B2-C8CD-43DA-9085-8884CCDF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CBD4F-B7B2-4C2E-843E-BE134E34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소유자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5851E-DD9C-4121-B648-99F0638F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099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quota 확보, 관리자 지정, 사용자/plan/로그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8151C-02A3-4220-9D5F-F7D58749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36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38F3F-40B9-44D7-9038-1CE0C95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013FF-70A3-45EA-87E4-2386159B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관리자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6F19A-ABCA-44FB-ACCE-2FCCAF8C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910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사용자 할당, 사용자 quota/plan 관리, 사용량 모니터링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861B2-5C10-440D-B04F-A95BD438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036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EA667-E912-4E91-892F-9BAC870B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43475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BE1BF-8E2F-42D0-9D7F-42E6DF9F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사용자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3A963-F225-48E3-A482-A804556C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72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조직에서 받은 quota 또는 plan 한도 안에서 API 사용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66359-4B8D-4CF3-9CDA-6BC662DF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접근 제어: 조직 대시보드, 조직 사용 로그, 조직 작업 로그, 조직 구독은 조직 소유자/관리자와 전체 관리자에게만 노출됩니다.</a:t>
            </a:r>
          </a:p>
        </p:txBody>
      </p:sp>
    </p:spTree>
    <p:extLst>
      <p:ext uri="{BB962C8B-B14F-4D97-AF65-F5344CB8AC3E}">
        <p14:creationId xmlns:p14="http://schemas.microsoft.com/office/powerpoint/2010/main" val="15072744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51531-B8E3-49C1-A24C-5F0A311E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51EDE-CC86-4694-AB2B-673CF9F1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CC809-028D-49DD-9618-9B511941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Quota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C05F8-5585-46F2-A199-2803BA41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38D2A-0421-44E0-9116-62EAE7D3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quota 지갑이 예산의 기준점입니다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853D8-B2D3-4076-AEFF-AD22F2B2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조직 소유자가 확보한 quota 안에서 조직 전체 사용량이 차감됩니다.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0ABF7-59DD-495D-B57C-78922E4F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50C79-31B4-48A2-8BDD-492D2E9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1CDA9-1408-41E1-B430-CC41F893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4AEFB-CDDA-465F-B782-A9FBA7FB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전체 관리자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1E178-688E-432E-9DD4-8870C78A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조직 소유자에게 quota 부여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1BA68-4023-4B98-9E7B-23DF0BF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9087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E"/>
          </a:solidFill>
          <a:ln xmlns:a="http://schemas.openxmlformats.org/drawingml/2006/main" w="0">
            <a:solidFill>
              <a:srgbClr val="5D6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1A005-DFF4-40A8-A490-C7894331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D3EAB-C0D1-4906-91BB-88604E18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46CED-A47B-417E-81D3-DF4C3B1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AD161-C5CE-4753-8BEB-F30F2D9F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지갑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482CA-6B42-4385-831E-705B7F4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조직 전체 예산으로 적립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C7421-92CD-43C0-8885-BB904915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9087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E"/>
          </a:solidFill>
          <a:ln xmlns:a="http://schemas.openxmlformats.org/drawingml/2006/main" w="0">
            <a:solidFill>
              <a:srgbClr val="5D6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005B6-740A-4DA0-BB41-13A6B675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0126A-61D3-4AB3-A9CB-178201BE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558E1-5E32-4543-ADE4-ADA6C35F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61D84-31AD-4356-AF3D-4FBC0AF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 요청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05920-9042-47B3-BB6A-34B2AAE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사용자 한도와 조직 한도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BF273-28FE-4F11-AFC5-AB281DD9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9087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E"/>
          </a:solidFill>
          <a:ln xmlns:a="http://schemas.openxmlformats.org/drawingml/2006/main" w="0">
            <a:solidFill>
              <a:srgbClr val="5D6D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2873B-FF41-4622-85FD-E813AB8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A72F74-6E13-4B50-B4B1-632CBCA2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6026D-DB5E-4FC5-8DBB-4C6BEA7A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98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A1D9F-68A6-4148-B36B-3D47F7CF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사용량 기록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DB719-69A7-4345-88A5-D25A55D2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671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조직 대시보드와 로그에 반영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2421FA-F91B-456A-BAB2-ECC5042B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914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0AAEC4-4E05-4620-9B4E-48D80E15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91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요청 실패 조건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6F439-2EC8-4FE5-966C-E5A7CBD8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339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quota가 부족하거나, 사용자별 할당량 또는 plan 한도를 초과하면 요청이 차단됩니다.</a:t>
            </a:r>
          </a:p>
        </p:txBody>
      </p:sp>
    </p:spTree>
    <p:extLst>
      <p:ext uri="{BB962C8B-B14F-4D97-AF65-F5344CB8AC3E}">
        <p14:creationId xmlns:p14="http://schemas.microsoft.com/office/powerpoint/2010/main" val="5266073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D5F25-0E16-4737-91B8-8D9B39F3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3D817-0414-421A-BFBE-E2CA7228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5ECF1-677A-4EDB-8FB8-A594504F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구독 플랜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AAEC8-C5CC-4452-AA75-240423F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14CCD-29E6-481C-A641-31AFE60F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전용 subscription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2CEE2-830B-48A5-897F-FB142FE0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조직 사용자는 단순 quota 방식 또는 plan 방식 중 하나로 운영할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DD184-C8D1-466B-B7D6-B3E74629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42609-1F6D-405D-A65A-5098D4CB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6046-E0D9-4311-ADCE-E33D4126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86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단순 quota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D98B2-C0B3-4076-8C65-46DABE99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관리자가 사용자별 금액 quota를 직접 할당합니다.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31038-3165-446C-849E-DD97879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600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소규모 테스트, 일회성 사용자, 유연한 수동 조정에 적합합니다.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89CC5-0516-4BB1-8F2A-29D2FB34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E0AB0-B3EC-4022-8C33-CCF1C07C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50D54-7D8F-421C-9420-87C0B04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F8B86-31EA-4C32-8EF3-4EF1C96A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기간과 quota를 가진 조직 전용 plan을 만들고 사용자에게 할당합니다.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079BF-8791-46A2-9829-52E009E6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3676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자동 갱신으로 기간마다 사용자 plan quota가 재설정됩니다. 같은 사용자에게 중복 plan은 허용하지 않습니다.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8CCBC-121B-48A9-842E-C55BAC58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사용자가 스스로 plan을 바꾸지는 않습니다. 조직 소유자 또는 관리자가 중앙에서 변경합니다.</a:t>
            </a:r>
          </a:p>
        </p:txBody>
      </p:sp>
    </p:spTree>
    <p:extLst>
      <p:ext uri="{BB962C8B-B14F-4D97-AF65-F5344CB8AC3E}">
        <p14:creationId xmlns:p14="http://schemas.microsoft.com/office/powerpoint/2010/main" val="2436722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B4CB60-02E9-4036-B50C-683A41DF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F1E2B-C77F-403C-AF25-EDE726F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3210D-A974-4894-BE60-EA3A1263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모니터링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55C2D-39F4-4371-8A86-7553C5E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E4207-621C-4942-BBAE-1137D8B4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관리자용 관찰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575D6-5AB2-4A15-B9C1-9525D4E9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일반 대시보드, 사용 로그, 작업 로그의 흐름을 조직 단위로 확장했습니다.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69D6A-3E98-4FBA-ADA6-F374965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38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B1578-86CD-4EDE-ABCA-D5851F8B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조직 대시보드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AACAA-5001-4124-8B6F-B3350408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atto.1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D0C04-1459-4B5B-BDA2-60B1D9AA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D6E83-6B4B-40FA-84B2-20A19AA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F35E9-AD43-4193-A01E-003F7BA6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$0.74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45BE0-85D1-4291-BC86-81C1FA88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atto.2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5F543-7191-4F1C-B3D0-51C89EDA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67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3C320-6BDD-4E69-AF1B-BF315D3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67150"/>
            <a:ext cx="2270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C8DBC-38D3-4785-BBBF-BFB1F56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290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$0.42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BD527-2070-4CEE-95C3-A0B794B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atto.3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DB3F3-53BF-498F-A24E-91F3E029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24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5BCC7-BC80-48F1-A803-B8CAE2C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24350"/>
            <a:ext cx="1513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78A27-51B5-47E4-88DC-4C16A0D0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862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$0.28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6D774-609B-4925-81A7-510DAFFA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42630-C486-4F67-BF61-59ED6A37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38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DB799-BB72-4FF9-BE5E-EDA3E0CD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81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조직 사용 로그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4A88A-CB3D-4312-9793-5DFE1FBD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90900"/>
            <a:ext cx="2305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사용자, 모델, 시간, 사용 금액을 조직 범위로 필터링합니다.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6C67A-BD30-4BE4-92EC-A5DF9B48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전체 관리자는 조직 선택 후 동일한 화면을 조회합니다.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9795A-F2EB-4418-A490-F540113F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238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28824-FCD7-468C-A5D4-82CADB8E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조직 작업 로그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EED40-8932-4CF9-A590-4C4C96C0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305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 할당, 권한 변경, plan 변경 같은 운영 작업을 추적합니다.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CE2BA-A3A6-4C98-B803-97D08A50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누가, 언제, 무엇을 바꿨는지 확인하는 감사 흐름입니다.</a:t>
            </a:r>
          </a:p>
        </p:txBody>
      </p:sp>
    </p:spTree>
    <p:extLst>
      <p:ext uri="{BB962C8B-B14F-4D97-AF65-F5344CB8AC3E}">
        <p14:creationId xmlns:p14="http://schemas.microsoft.com/office/powerpoint/2010/main" val="1617872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4DD6F-A73D-4CD1-90BF-13D37875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07206-6691-40BD-8015-DA35CE55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1EB44-CD3F-4B73-AC84-8F0DEB9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사용자 경험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FE245-0EB3-4936-A16C-BCDDBABF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1828F-1EB7-4245-9EC5-1326F1C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지갑 화면은 사용자 상태에 맞춰 달라집니다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2E58A-38BB-4ABA-AB4D-E5D46BFE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개인 충전과 조직 예산이 섞여 보이지 않도록 표시 방식을 나눴습니다.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0A3ED-DB1E-45F8-960E-7B2DE310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1D425-A016-455D-9E26-5B7AC537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3E6E7-75D9-4F5E-A21E-54D4944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일반 사용자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AD776-5433-4494-A8BA-E1E94A9E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개인 지갑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6B850-5419-4C78-AF11-715687E6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19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직접 충전하고 개인 quota 내에서 사용합니다.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8AFF6-40AC-42C9-AB0D-02142FC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3764B-95F0-4A0F-B21B-0BD58763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F3088-6242-4765-BF36-95C6E3B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51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사용자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577CC-8B26-48B8-8F28-405F0E4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할당량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0A82A-E2B9-4A80-A942-033DD730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직접 충전 대신 조직에서 받은 quota와 사용량만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D1C44-B141-4096-BE0A-5F939516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5F528-A243-4981-A7F8-137AEFFE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E3C1D-44F9-4324-9D2F-CABB4F03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plan 사용자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7019B-5AEC-488C-B668-17ECE1FF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플랜 사용 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FDEEB-0E42-42A2-905B-CC04FA06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현재 잔액 대신 plan 사용 메시지를 보여주고 사용량/요청 수는 유지합니다.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36222-A2E4-41AD-AF1A-ADF44DAE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1758F3-955A-469A-8F6D-0E3C70D1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EDEFC-700D-431B-BF2D-372F5C09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43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조직 소유자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90640-1D4D-4AAE-B0B6-9E4F77D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지갑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E6AE4-477A-4477-916F-663D2B1C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개인 지갑보다 조직 quota 확보와 관리가 우선입니다.</a:t>
            </a:r>
          </a:p>
        </p:txBody>
      </p:sp>
    </p:spTree>
    <p:extLst>
      <p:ext uri="{BB962C8B-B14F-4D97-AF65-F5344CB8AC3E}">
        <p14:creationId xmlns:p14="http://schemas.microsoft.com/office/powerpoint/2010/main" val="6798483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87898-965E-47DB-BF5E-4B47CF47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63FCA-5C2E-4446-9B70-CDCFD09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BB21E-6619-4387-8EDF-E6B04B43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테스트 시나리오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D8EC7-21CE-4335-99FE-0DCB878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3138F-461F-4FC9-8288-848CE9B3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테스트는 운영 흐름 그대로 진행합니다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68F1B-1B43-4247-92EC-BF9A0D2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UI만으로 조직 기능을 검증할 수 있도록 메뉴와 화면을 연결했습니다.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47EFB-01E1-48B9-A1F5-907697C0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DF4CF-6287-4B0C-BD86-556149C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EF097-1EC9-49D4-92DE-2689F650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C89DB-20C2-4803-88FB-34CE77CA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33A7E-A93B-40BE-926B-6D11381A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전체 관리자가 조직과 소유자 지정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1BBAB-3C30-47E6-B4A1-14FD0600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71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E"/>
          </a:solidFill>
          <a:ln xmlns:a="http://schemas.openxmlformats.org/drawingml/2006/main" w="0">
            <a:solidFill>
              <a:srgbClr val="5D6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79984-A76C-440A-8532-B64E3E84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6417A-5474-4C8D-A3C1-78CBFEFB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C8352-58C9-4028-92B0-1F1B5BD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908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9FFB5-FB35-42B1-BDA8-C754EA6B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24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quota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7F49C-2DF2-423D-B2FA-ECC22CE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소유자에게 조직 예산 부여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C2E75-1B65-4620-8E95-57243A2E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71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E"/>
          </a:solidFill>
          <a:ln xmlns:a="http://schemas.openxmlformats.org/drawingml/2006/main" w="0">
            <a:solidFill>
              <a:srgbClr val="5D6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F79D0-5997-4B2E-AD2B-17FB727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179A1-DBDB-4F53-9FB7-66206BF0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DB719-EEA1-4E2F-ADEA-D3DE8B51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50B9F-100A-4DEE-B8CB-7E158662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 할당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44713-6890-49EE-920A-66B895E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조직 관리자/소유자가 사용자 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85379-11E1-456E-A9B6-A1534661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71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E"/>
          </a:solidFill>
          <a:ln xmlns:a="http://schemas.openxmlformats.org/drawingml/2006/main" w="0">
            <a:solidFill>
              <a:srgbClr val="5D6D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29978-AE44-4BE9-9285-F8E497EA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533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F2062-2BE2-4691-8751-DDF1F7F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86387-831D-4C0D-822B-40EB5BF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908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65D2E-86E9-4DA9-871C-F66CDF8D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quota 또는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C8A2B7-5BFE-4770-A80B-9F0DE343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48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사용자별 운영 방식 선택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6EDF4B-F566-44FF-A023-B51A0A8A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0D259-2083-46DE-B935-B61682C8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2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검증 포인트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3159F2-FE69-4263-BFD1-A4D72752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67300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 요청 후 조직 대시보드, 사용 로그, 작업 로그, 지갑 표시가 같은 결과를 가리키는지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734343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2F3556-1C4C-4515-9C0C-298F705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236FA-2647-45F1-B6B4-3EBC4A1A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257A3-99B7-4620-BA41-8842D4D8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968FA-341A-42BA-8998-FD57863A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353D-504E-4B70-B83E-54FDB69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단위 운영의 기반을 마련했습니다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EF906-5D58-466C-B1AC-64A5938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D7E"/>
                </a:solidFill>
                <a:latin typeface="Apple SD Gothic Neo"/>
                <a:ea typeface="Apple SD Gothic Neo"/>
                <a:cs typeface="Apple SD Gothic Neo"/>
              </a:rPr>
              <a:t>비용, 권한, 구독, 관찰 가능성을 팀 단위로 다룰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14BB6-C33A-4242-B07F-68CC7661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9EDA9-83BB-4D7E-BBD7-7C0D0AEA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이번 기능으로 가능한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429C0-F74B-4F89-BC14-D821785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BE46C-816B-4F22-9192-E2D0A3ED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조직별 예산과 사용자별 사용 한도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CEAB8-930B-4C84-AB6F-A5BCFAD8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90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04523-28FE-49DF-9F0C-9F850D34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소유자/관리자에게 운영 책임 위임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1CC49-4A05-4904-A764-D07F220B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48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165A5-D0B2-4278-AC7B-50FA396F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 사용량과 운영 변경 이력 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D65B8-8CF5-45A7-89F7-577A08B2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CD3D1-11DC-4640-884C-E729FCB8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387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단순 quota와 plan 기반 운영의 공존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5D1A2-EEA9-48B0-A528-08A4E9D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36B6E-F08A-459F-812F-2C27375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다음 단계 후보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45B8A-7A5E-4264-9BC6-E7C7AAD9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33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A3030-3297-48AA-82C7-CEFB2B2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조직별 알림과 예산 임계치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B3878-3836-4DAD-9F79-D31B866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90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4621A-3ADD-47AD-8591-CE88EA1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plan 변경 예약과 이력 리포트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CE27A-D56D-4B25-989D-BC3B9624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48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F81D0-234E-406E-8C96-2D503D3F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조직별 청구/정산 화면 고도화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88E4A-BCB2-4407-B8DF-C7D9443B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05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6AF98-0A52-4A2A-9BED-886882B1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387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관리자용 비교 분석 리포트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8E5401-F601-4727-82BC-D88BC2FD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발표 메시지: 조직 기능은 단순 메뉴 추가가 아니라, 팀 단위 비용 통제와 운영 위임을 위한 플랫폼 기능입니다.</a:t>
            </a:r>
          </a:p>
        </p:txBody>
      </p:sp>
    </p:spTree>
    <p:extLst>
      <p:ext uri="{BB962C8B-B14F-4D97-AF65-F5344CB8AC3E}">
        <p14:creationId xmlns:p14="http://schemas.microsoft.com/office/powerpoint/2010/main" val="1748265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2026-06-10T02:13:45.1870000Z</dcterms:created>
  <dcterms:modified xsi:type="dcterms:W3CDTF">2026-06-10T02:13:45.1870000Z</dcterms:modified>
</coreProperties>
</file>